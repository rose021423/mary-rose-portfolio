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Tasks</c:v>
                </c:pt>
              </c:strCache>
            </c:strRef>
          </c:tx>
          <c:spPr>
            <a:solidFill>
              <a:srgbClr val="0CA0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Admin</c:v>
                  </c:pt>
                  <c:pt idx="1">
                    <c:v>Scheduling</c:v>
                  </c:pt>
                  <c:pt idx="2">
                    <c:v>Email</c:v>
                  </c:pt>
                  <c:pt idx="3">
                    <c:v>Reporting</c:v>
                  </c:pt>
                  <c:pt idx="4">
                    <c:v>Travel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</c:v>
                </c:pt>
                <c:pt idx="1">
                  <c:v>29</c:v>
                </c:pt>
                <c:pt idx="2">
                  <c:v>45</c:v>
                </c:pt>
                <c:pt idx="3">
                  <c:v>18</c:v>
                </c:pt>
                <c:pt idx="4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CA06E"/>
              </a:solidFill>
              <a:effectLst/>
            </c:spPr>
          </c:dPt>
          <c:dPt>
            <c:idx val="1"/>
            <c:bubble3D val="0"/>
            <c:spPr>
              <a:solidFill>
                <a:srgbClr val="60A5FA"/>
              </a:solidFill>
              <a:effectLst/>
            </c:spPr>
          </c:dPt>
          <c:dPt>
            <c:idx val="2"/>
            <c:bubble3D val="0"/>
            <c:spPr>
              <a:solidFill>
                <a:srgbClr val="CBD5E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Active</c:v>
                </c:pt>
                <c:pt idx="1">
                  <c:v>Onboarding</c:v>
                </c:pt>
                <c:pt idx="2">
                  <c:v>Wrapping up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</c:v>
                </c:pt>
                <c:pt idx="1">
                  <c:v>2</c:v>
                </c:pt>
                <c:pt idx="2">
                  <c:v>1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snapshot — prepared by Mary Rose Anonat, Executive &amp; Personal Support Virtual Assistant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25400">
            <a:solidFill>
              <a:srgbClr val="0CA0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087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CA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completed (MTD)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41732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5087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CA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429000" y="2103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 rate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41732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5087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CA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hrs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309360" y="2103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response time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98280" y="141732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98280" y="15087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CA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189720" y="2103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client engagements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880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Completed by Category</a:t>
            </a:r>
            <a:endParaRPr lang="en-US" sz="14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457200" y="3246120"/>
          <a:ext cx="54864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Text 16"/>
          <p:cNvSpPr/>
          <p:nvPr/>
        </p:nvSpPr>
        <p:spPr>
          <a:xfrm>
            <a:off x="6309360" y="2880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Status</a:t>
            </a:r>
            <a:endParaRPr lang="en-US" sz="1400" dirty="0"/>
          </a:p>
        </p:txBody>
      </p:sp>
      <p:graphicFrame>
        <p:nvGraphicFramePr>
          <p:cNvPr id="20" name="Chart 1" descr=""/>
          <p:cNvGraphicFramePr/>
          <p:nvPr/>
        </p:nvGraphicFramePr>
        <p:xfrm>
          <a:off x="6309360" y="3246120"/>
          <a:ext cx="53949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Dashboard Sample</dc:title>
  <dc:subject>PptxGenJS Presentation</dc:subject>
  <dc:creator>Mary Rose Anonat</dc:creator>
  <cp:lastModifiedBy>Mary Rose Anonat</cp:lastModifiedBy>
  <cp:revision>1</cp:revision>
  <dcterms:created xsi:type="dcterms:W3CDTF">2026-06-29T09:18:32Z</dcterms:created>
  <dcterms:modified xsi:type="dcterms:W3CDTF">2026-06-29T09:18:32Z</dcterms:modified>
</cp:coreProperties>
</file>