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PLANNING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leadership team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2286000" cy="0"/>
          </a:xfrm>
          <a:prstGeom prst="line">
            <a:avLst/>
          </a:prstGeom>
          <a:noFill/>
          <a:ln w="38100">
            <a:solidFill>
              <a:srgbClr val="0CA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Mary Rose Anonat — Executive &amp; Personal Support Virtual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0" cy="0"/>
          </a:xfrm>
          <a:prstGeom prst="line">
            <a:avLst/>
          </a:prstGeom>
          <a:noFill/>
          <a:ln w="25400">
            <a:solidFill>
              <a:srgbClr val="0CA0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Results Recap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755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didn't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Priorities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807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focus areas for the quarter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3858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capacity and hiring needs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640080" cy="6400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&amp; Milestones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4910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due and when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PRIORITIES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0" cy="0"/>
          </a:xfrm>
          <a:prstGeom prst="line">
            <a:avLst/>
          </a:prstGeom>
          <a:noFill/>
          <a:ln w="25400">
            <a:solidFill>
              <a:srgbClr val="0CA0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Website Redesign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brand presence and improve lead capture across all pages.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5074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complete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5440680"/>
            <a:ext cx="3154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5440680"/>
            <a:ext cx="2050542" cy="137160"/>
          </a:xfrm>
          <a:prstGeom prst="rect">
            <a:avLst/>
          </a:prstGeom>
          <a:solidFill>
            <a:srgbClr val="0CA06E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41732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691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Client Onboarding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514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time-to-value for new clients from 3 weeks to 1 week.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5074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complete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5440680"/>
            <a:ext cx="3154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5440680"/>
            <a:ext cx="946404" cy="137160"/>
          </a:xfrm>
          <a:prstGeom prst="rect">
            <a:avLst/>
          </a:prstGeom>
          <a:solidFill>
            <a:srgbClr val="0CA06E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41732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49640" y="1691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Reporting Cadence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2514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monthly to bi-weekly stakeholder updates.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9640" y="5074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complete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49640" y="5440680"/>
            <a:ext cx="3154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549640" y="5440680"/>
            <a:ext cx="315468" cy="137160"/>
          </a:xfrm>
          <a:prstGeom prst="rect">
            <a:avLst/>
          </a:prstGeom>
          <a:solidFill>
            <a:srgbClr val="0CA06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&amp; MILESTONES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0" cy="0"/>
          </a:xfrm>
          <a:prstGeom prst="line">
            <a:avLst/>
          </a:prstGeom>
          <a:noFill/>
          <a:ln w="25400">
            <a:solidFill>
              <a:srgbClr val="0CA06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7432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wireframes 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Domingo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workflow v2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Anonat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 reporting starts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Anonat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mid-quarter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launch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Domingo / R. 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Planning Overview Sample</dc:title>
  <dc:subject>PptxGenJS Presentation</dc:subject>
  <dc:creator>Mary Rose Anonat</dc:creator>
  <cp:lastModifiedBy>Mary Rose Anonat</cp:lastModifiedBy>
  <cp:revision>1</cp:revision>
  <dcterms:created xsi:type="dcterms:W3CDTF">2026-06-29T09:19:13Z</dcterms:created>
  <dcterms:modified xsi:type="dcterms:W3CDTF">2026-06-29T09:19:13Z</dcterms:modified>
</cp:coreProperties>
</file>